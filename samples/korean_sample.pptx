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발표자 노트 한글 지원 완벽 검증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한글 프레젠테이션 테스트</a:t>
            </a:r>
          </a:p>
        </p:txBody>
      </p:sp>
      <p:sp>
        <p:nvSpPr>
          <p:cNvPr id="262" name="Rectangle 2"/>
          <p:cNvSpPr/>
          <p:nvPr/>
        </p:nvSpPr>
        <p:spPr>
          <a:xfrm>
            <a:off x="1270000" y="2286000"/>
            <a:ext cx="6350000" cy="20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/>
              <a:t>안녕하세요! 오픈 파워포인트 스튜디오입니다.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